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965" autoAdjust="0"/>
    <p:restoredTop sz="94660"/>
  </p:normalViewPr>
  <p:slideViewPr>
    <p:cSldViewPr snapToGrid="0">
      <p:cViewPr varScale="1">
        <p:scale>
          <a:sx n="78" d="100"/>
          <a:sy n="78" d="100"/>
        </p:scale>
        <p:origin x="74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5BA16B-0800-E53D-0C2E-AAF40CF3C09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33A881B-AB68-20F7-F135-E16810126C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50E4DEA-45CE-835C-A318-467E926420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7BB2-AF40-49A6-8C93-BCF5FBAB25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0CB69E8-1FAE-BF78-A706-E0DFE6C2E0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EB6B25-41FB-B3E8-A36F-C01ABDDA3D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8BDD-E50D-4D41-A24B-38126D109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1392412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77812-61FC-0231-548F-1FEB81DB181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53B07-3809-893D-9813-8B0EBCB215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656E10-782C-0CF6-D6F7-8451CCCF03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7BB2-AF40-49A6-8C93-BCF5FBAB25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372AF0-330D-7E33-18D5-C3C718D927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7F61171-A453-4459-B3BD-DF89C70BAB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8BDD-E50D-4D41-A24B-38126D109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808531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D373A9-4D55-ED9D-C56B-9B45F63DCA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C7C3C7-F485-C0F5-F7C4-CFAD3E76DD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F2750F-E84D-5313-4826-9413112513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7BB2-AF40-49A6-8C93-BCF5FBAB25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777896C-6EFC-B297-AD1E-DA1543ED6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6595CE-222A-FFD5-5C10-A2BE2B642B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8BDD-E50D-4D41-A24B-38126D109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6697575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B38DA81-664F-E566-B33A-AF5B70D03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2261C5-B7D9-99B3-386A-20BD8484B48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1AE1A09-B9CC-DF07-D2F2-A7BAA03E2FD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FD19210-12A6-8519-42BA-89ED65C4D6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7BB2-AF40-49A6-8C93-BCF5FBAB25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7FE19B2-0AD9-D809-C13F-727C3F2F4E6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F785A4E-32D7-AA8D-8742-FDC72D4BA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8BDD-E50D-4D41-A24B-38126D109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75935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3D31B9-0897-4DB5-8FF4-1018276F20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DB6537A-1D6F-CEF5-D97E-5465568642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3FEDC8F-078F-319D-8387-F6D6C3813F6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88E04B-9485-D5DA-24A8-8A5CBEEE640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A102238-823C-A136-2647-1E8ABD0C91A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F97785C1-E421-B285-34C0-56D1579403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7BB2-AF40-49A6-8C93-BCF5FBAB25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2EEB600-2B87-F4E1-95E0-7D4ADEDCCE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E10729E-CE73-2D2D-2722-3556780228C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8BDD-E50D-4D41-A24B-38126D109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0599163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80F90-7E3F-F26D-59FE-91875E45DF9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C9612D9-2ECF-BBA7-2B81-5CA6231DE3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7BB2-AF40-49A6-8C93-BCF5FBAB25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28E4991-3C70-E9B6-06A4-F45BB0A867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5FDC15D-093C-C00A-DC53-3141842D0F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8BDD-E50D-4D41-A24B-38126D109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47889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A5EBC3-7096-B467-390D-82A981CC28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7BB2-AF40-49A6-8C93-BCF5FBAB25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0A17D2B-A0DE-CBA9-CDD2-8EC917EF4F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CBD6E7CD-D244-A73B-EDCA-401AE5E019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8BDD-E50D-4D41-A24B-38126D109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0938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A7293-5D5F-B2D9-11F3-41FCE831DE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9DFF65F-C148-1075-0288-2B4DDC31CD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2EF04D-7A5B-C77F-8AD5-11B7A7D758A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0966FF3-7B22-1212-0090-1A92F59D06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7BB2-AF40-49A6-8C93-BCF5FBAB25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038164-F707-8004-BEEA-7FE3161222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1D9E8C-E652-32E1-4A8D-D772FE5B474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8BDD-E50D-4D41-A24B-38126D109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397339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48706F-667B-834F-6EED-6F17173463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4BBCCC4-D2C7-21BC-5C36-56FD3B916C70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48B39E7-9167-FBA8-5348-D22877EE1D4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40500C7-F72B-4FCD-8FC7-7BB8265DFE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7BB2-AF40-49A6-8C93-BCF5FBAB25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B22332B-B5B1-F75E-9887-7B8E40D25A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16109AE-5415-B203-0C0A-32F09AF63E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8BDD-E50D-4D41-A24B-38126D109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2898440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F3FA47-64EA-C7AD-B774-2A27068A48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479CED1-6E99-D39B-5A1C-C671D6E2C8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39F608-B7F6-3897-08B3-3090C6865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7BB2-AF40-49A6-8C93-BCF5FBAB25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BC4C97-B532-1609-2943-EB424B2513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D82018D-7BD6-D56E-64FE-D13C85EB1E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8BDD-E50D-4D41-A24B-38126D109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777838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8AF178B4-FB90-8E6B-C20A-26A7573EF9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BEC0ABE-A2DE-4A34-F73C-DD6AA778872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6B9054E-F9EE-7ED5-9152-F68C9D75A4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1EA7BB2-AF40-49A6-8C93-BCF5FBAB25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F705DFB-1644-66E8-2C1C-597D244A25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777540-3C3C-C14A-43A6-6C399E027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F9F8BDD-E50D-4D41-A24B-38126D109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754303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E76D7E1-466B-1BE4-4572-30BD8F99C1D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C1E380-DAEA-D8E9-C992-5F1FA24907D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6383088-515F-EEC4-0AE5-D66B2B3E59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EA7BB2-AF40-49A6-8C93-BCF5FBAB25E4}" type="datetimeFigureOut">
              <a:rPr lang="en-IN" smtClean="0"/>
              <a:t>16-10-2026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7066DD8-51B4-3BEF-5A55-F3F2E277F6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E9F74A-4A10-683F-F1CE-C2DEC00AA4A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F9F8BDD-E50D-4D41-A24B-38126D10919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00894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091B0-E7DB-BF33-47D9-9717DC2293E3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4D11517-E0EA-C61C-12E5-0FF4A818A12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2E7E42A-AEE9-EAA1-FA0C-4CB9218EE92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999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9357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67AC6-A82C-A220-C0DE-5D156950E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IN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6D938F8E-BFF4-EB8A-A330-B879F10D3E7C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634821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59C5842-814F-7F11-A987-1E9471B7AE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6229"/>
            <a:ext cx="12220989" cy="6841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3210052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93CEB95-CD5B-CE57-AAEC-D861D55C2F5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800"/>
            <a:ext cx="12113342" cy="68707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673635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4A700F4-3B77-49F3-D747-099310F5E45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22876"/>
            <a:ext cx="12192000" cy="68808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0959270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DA09090-DD75-EAC8-FA25-44B652EDB4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1"/>
            <a:ext cx="12191999" cy="68580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1446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2CCDEE-F418-099B-783F-E3DD749893E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24411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</TotalTime>
  <Words>0</Words>
  <Application>Microsoft Office PowerPoint</Application>
  <PresentationFormat>Widescreen</PresentationFormat>
  <Paragraphs>0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pvjoseangela@gmail.com</dc:creator>
  <cp:lastModifiedBy>pvjoseangela@gmail.com</cp:lastModifiedBy>
  <cp:revision>1</cp:revision>
  <dcterms:created xsi:type="dcterms:W3CDTF">2026-10-16T05:03:34Z</dcterms:created>
  <dcterms:modified xsi:type="dcterms:W3CDTF">2026-10-16T05:07:12Z</dcterms:modified>
</cp:coreProperties>
</file>