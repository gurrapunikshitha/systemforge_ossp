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5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23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640080"/>
            <a:ext cx="1143000" cy="43891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936" y="740664"/>
            <a:ext cx="1069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FORGESHELL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Linux Process Creation,</a:t>
            </a:r>
            <a:br/>
            <a:r>
              <a:t>Execution and</a:t>
            </a:r>
            <a:br/>
            <a:r>
              <a:t>Termination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09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8F4"/>
                </a:solidFill>
              </a:defRPr>
            </a:pPr>
            <a:r>
              <a:t>Operating Systems and</a:t>
            </a:r>
            <a:br/>
            <a:r>
              <a:t>Systems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05156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33755"/>
                </a:solidFill>
              </a:defRPr>
            </a:pPr>
            <a:r>
              <a:t>A practical demonstration</a:t>
            </a:r>
            <a:br/>
            <a:r>
              <a:t>of the Linux process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8803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727E"/>
                </a:solidFill>
              </a:defRPr>
            </a:pPr>
            <a:r>
              <a:t>Course Code: 25CS2104E   |   Section 1   |   Team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352044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03944"/>
                </a:solidFill>
              </a:defRPr>
            </a:pPr>
            <a:r>
              <a:t>Ili Harshika  •  2520030607</a:t>
            </a:r>
            <a:br/>
            <a:r>
              <a:t>Gurrapu Nikshitha  •  2520030512</a:t>
            </a:r>
            <a:br/>
            <a:r>
              <a:t>Angela Jose  •  2520030365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1286" y="547725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5059" y="547725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wait()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8834" y="547725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03944"/>
                </a:solidFill>
              </a:defRPr>
            </a:pPr>
            <a:r>
              <a:t>Process management is an important function of an Operating System because it involves creating, executing, synchronizing and terminating processes.</a:t>
            </a:r>
            <a:br/>
            <a:br/>
            <a:r>
              <a:t>ForgeShell demonstrates the complete life cycle of a process in a practical Linux environment using C programming and Linux/POSIX system calls.</a:t>
            </a:r>
            <a:br/>
            <a:br/>
            <a:r>
              <a:t>The project provides practical understanding of parent–child relationships, process execution, synchronization and termination.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7947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91440" cy="932688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81912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fork()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020824"/>
            <a:ext cx="33375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Creates a child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560320"/>
            <a:ext cx="37947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0" y="2560320"/>
            <a:ext cx="91440" cy="932688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2724912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exec()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163824"/>
            <a:ext cx="33375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Executes a selected program.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703320"/>
            <a:ext cx="37947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3703320"/>
            <a:ext cx="91440" cy="932688"/>
          </a:xfrm>
          <a:prstGeom prst="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867911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wait()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306824"/>
            <a:ext cx="33375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Makes the parent wait.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846320"/>
            <a:ext cx="37947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43800" y="4846320"/>
            <a:ext cx="91440" cy="932688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5010912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449824"/>
            <a:ext cx="33375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Retrieves termination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03944"/>
                </a:solidFill>
              </a:defRPr>
            </a:pPr>
            <a:r>
              <a:t>The project aims to develop a Linux-based system that practically demonstrates the complete process life 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868680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523744"/>
            <a:ext cx="795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04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Create a child process from a parent using fork().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64408"/>
            <a:ext cx="868680" cy="43891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3364991"/>
            <a:ext cx="795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461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Execute a selected program in the child using exec().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05656"/>
            <a:ext cx="868680" cy="438912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4206240"/>
            <a:ext cx="795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87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Synchronize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0873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Allow the parent to wait for the child using wait().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46904"/>
            <a:ext cx="868680" cy="43891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5047488"/>
            <a:ext cx="795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928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Terminate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9286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Retrieve and display the child's termination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417320"/>
            <a:ext cx="2057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82912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3755"/>
                </a:solidFill>
              </a:defRPr>
            </a:pPr>
            <a:r>
              <a:t>PROCESS</a:t>
            </a:r>
            <a:br/>
            <a:r>
              <a:t>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8834" y="304038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6968" y="1737360"/>
            <a:ext cx="502920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837943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03944"/>
                </a:solidFill>
              </a:defRPr>
            </a:pPr>
            <a:r>
              <a:t>Implement process creation using fork().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64807" y="1737360"/>
            <a:ext cx="502920" cy="43891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3" y="1837943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37360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03944"/>
                </a:solidFill>
              </a:defRPr>
            </a:pPr>
            <a:r>
              <a:t>Understand the parent–child process relationship.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90088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6968" y="3218688"/>
            <a:ext cx="502920" cy="438912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3319272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1868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03944"/>
                </a:solidFill>
              </a:defRPr>
            </a:pPr>
            <a:r>
              <a:t>Execute a selected program using the exec() family.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90088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64807" y="3218688"/>
            <a:ext cx="502920" cy="43891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1383" y="3319272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1868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03944"/>
                </a:solidFill>
              </a:defRPr>
            </a:pPr>
            <a:r>
              <a:t>Synchronize parent and child using wait().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71416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6968" y="4700016"/>
            <a:ext cx="502920" cy="438912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" y="480060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00016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03944"/>
                </a:solidFill>
              </a:defRPr>
            </a:pPr>
            <a:r>
              <a:t>Demonstrate process termination.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71416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64807" y="4700016"/>
            <a:ext cx="502920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1383" y="480060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00016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03944"/>
                </a:solidFill>
              </a:defRPr>
            </a:pPr>
            <a:r>
              <a:t>Retrieve and display the child's termination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03944"/>
                </a:solidFill>
              </a:defRPr>
            </a:pPr>
            <a:r>
              <a:t>Implemented using C programming on Linux with standard POSIX system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14600"/>
            <a:ext cx="2083003" cy="822960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Select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2811" y="2514600"/>
            <a:ext cx="2083003" cy="822960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8531" y="278892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fork()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3830" y="2514600"/>
            <a:ext cx="2083003" cy="822960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89550" y="278892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Child Created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4849" y="2514600"/>
            <a:ext cx="2083003" cy="822960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00569" y="278892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868" y="2514600"/>
            <a:ext cx="2083003" cy="822960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11588" y="278892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Program Executes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2635758" cy="822960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416052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wait()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5566" y="3886200"/>
            <a:ext cx="2635758" cy="822960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1286" y="416052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Child Terminates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9340" y="3886200"/>
            <a:ext cx="2635758" cy="822960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5059" y="416052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Retrieve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3113" y="3886200"/>
            <a:ext cx="2635758" cy="822960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58834" y="416052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Display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3755"/>
                </a:solidFill>
              </a:defRPr>
            </a:pPr>
            <a:r>
              <a:t>The methodology follows the complete process lifecycle from user selection to result display.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Project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37360"/>
            <a:ext cx="2083003" cy="868680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034539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2811" y="1737360"/>
            <a:ext cx="2083003" cy="868680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78531" y="2034539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fork()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3830" y="1737360"/>
            <a:ext cx="2083003" cy="868680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89550" y="2034539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Parent / Child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4849" y="1737360"/>
            <a:ext cx="2083003" cy="868680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00569" y="2034539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Child: exec()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5868" y="1737360"/>
            <a:ext cx="2083003" cy="868680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11588" y="2034539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Program → Terminate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54680"/>
            <a:ext cx="2083003" cy="868680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345186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Parent: wait()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2811" y="3154680"/>
            <a:ext cx="2083003" cy="868680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78531" y="345186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Wait for Child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3830" y="3154680"/>
            <a:ext cx="2083003" cy="868680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89550" y="345186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Status Retrieved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4849" y="3154680"/>
            <a:ext cx="2083003" cy="868680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00569" y="345186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Display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5868" y="3154680"/>
            <a:ext cx="2083003" cy="868680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11588" y="3451860"/>
            <a:ext cx="19915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709160"/>
            <a:ext cx="103327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" y="4709160"/>
            <a:ext cx="91440" cy="1024128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61288" y="487375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IN SIMPLE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531266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The child executes the selected program while the parent waits. After termination, the parent retrieves and displays the child's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Linux System Calls &amp; OS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1078992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fork()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475488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Creates a new child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91440" cy="1078992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58191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exec()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20824"/>
            <a:ext cx="475488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Replaces the child with the selected program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70632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770632"/>
            <a:ext cx="91440" cy="1078992"/>
          </a:xfrm>
          <a:prstGeom prst="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9352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wait() / waitpid()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374136"/>
            <a:ext cx="475488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Makes the parent wait for the child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70632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770632"/>
            <a:ext cx="91440" cy="1078992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293522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PID / PPID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374136"/>
            <a:ext cx="475488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Identifies child and parent processes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23944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123944"/>
            <a:ext cx="91440" cy="1078992"/>
          </a:xfrm>
          <a:prstGeom prst="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28853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Exit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727448"/>
            <a:ext cx="475488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Information about how the child terminated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23944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123944"/>
            <a:ext cx="91440" cy="1078992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8" y="428853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WIFEXITED / WEXITSTATUS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727448"/>
            <a:ext cx="475488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Checks and retrieves termination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5532120"/>
            <a:ext cx="6675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5532120"/>
            <a:ext cx="91440" cy="594360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90088" y="5696712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PCB CONCEPT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0088" y="6135624"/>
            <a:ext cx="62179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The OS maintains information about each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91440" cy="1645920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Linux / Ubuntu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Operating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5544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1554480"/>
            <a:ext cx="91440" cy="1645920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1907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C /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5798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Programming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5544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47304" y="1554480"/>
            <a:ext cx="91440" cy="1645920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71907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GCC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15798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Compiler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703320"/>
            <a:ext cx="91440" cy="1645920"/>
          </a:xfrm>
          <a:prstGeom prst="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867911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GDB / 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30682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Debugging, execution and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703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16552" y="3703320"/>
            <a:ext cx="91440" cy="1645920"/>
          </a:xfrm>
          <a:prstGeom prst="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3867911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VS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0682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Code development and organization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3703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47304" y="3703320"/>
            <a:ext cx="91440" cy="1645920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3867911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POSIX Calls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30682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fork(), exec(), wait()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345643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30352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Process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Create a child using fork().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63040"/>
            <a:ext cx="345643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44568" y="1645920"/>
            <a:ext cx="530352" cy="43891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746504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645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Program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8600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Execute a selected program using exec().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463040"/>
            <a:ext cx="345643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11896" y="1645920"/>
            <a:ext cx="530352" cy="438912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746504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1645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Synchronization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28600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Synchronize parent and child using wait().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94760"/>
            <a:ext cx="345643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3977640"/>
            <a:ext cx="530352" cy="43891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" y="4078224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776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Status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177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Retrieve the child's termination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794760"/>
            <a:ext cx="345643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44568" y="3977640"/>
            <a:ext cx="530352" cy="438912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81144" y="4078224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39776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Result 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6177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Display whether execution succeeded or failed.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9016" y="3794760"/>
            <a:ext cx="3456432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311896" y="3977640"/>
            <a:ext cx="530352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1" y="4078224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39776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Lifecycle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6177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Demonstrate the complete process lifecycle.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Test Cases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0" cy="530352"/>
          </a:xfrm>
          <a:prstGeom prst="rect">
            <a:avLst/>
          </a:prstGeom>
          <a:solidFill>
            <a:srgbClr val="23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417320"/>
            <a:ext cx="2377440" cy="530352"/>
          </a:xfrm>
          <a:prstGeom prst="rect">
            <a:avLst/>
          </a:prstGeom>
          <a:solidFill>
            <a:srgbClr val="23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FUNCTION TESTED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417320"/>
            <a:ext cx="5212080" cy="530352"/>
          </a:xfrm>
          <a:prstGeom prst="rect">
            <a:avLst/>
          </a:prstGeom>
          <a:solidFill>
            <a:srgbClr val="23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59" y="157276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EXPECTED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417320"/>
            <a:ext cx="1554480" cy="530352"/>
          </a:xfrm>
          <a:prstGeom prst="rect">
            <a:avLst/>
          </a:prstGeom>
          <a:solidFill>
            <a:srgbClr val="23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57276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965960"/>
            <a:ext cx="822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157984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303944"/>
                </a:solidFill>
              </a:defRPr>
            </a:pPr>
            <a:r>
              <a:t>TC01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965960"/>
            <a:ext cx="2377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81912" y="2157984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Process Creation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1965960"/>
            <a:ext cx="5212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50791" y="2157984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Child process is created successfully.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1965960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45752" y="215798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29B6F"/>
                </a:solidFill>
              </a:defRPr>
            </a:pPr>
            <a:r>
              <a:t>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15768"/>
            <a:ext cx="822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2907791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303944"/>
                </a:solidFill>
              </a:defRPr>
            </a:pPr>
            <a:r>
              <a:t>TC02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2715768"/>
            <a:ext cx="2377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81912" y="2907791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Program 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2715768"/>
            <a:ext cx="5212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2907791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Selected program executes through the child process.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715768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07791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29B6F"/>
                </a:solidFill>
              </a:defRPr>
            </a:pPr>
            <a: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465576"/>
            <a:ext cx="822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3657600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303944"/>
                </a:solidFill>
              </a:defRPr>
            </a:pPr>
            <a:r>
              <a:t>TC03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465576"/>
            <a:ext cx="2377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81912" y="365760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Synchronization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39" y="3465576"/>
            <a:ext cx="5212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50791" y="3657600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Parent waits for the child to terminate.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3465576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45752" y="3657600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29B6F"/>
                </a:solidFill>
              </a:defRPr>
            </a:pPr>
            <a: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215383"/>
            <a:ext cx="822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" y="4407407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303944"/>
                </a:solidFill>
              </a:defRPr>
            </a:pPr>
            <a:r>
              <a:t>TC04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4215383"/>
            <a:ext cx="2377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81912" y="4407407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Normal Termination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4215383"/>
            <a:ext cx="5212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50791" y="4407407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Child terminates and status is retrieved.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72600" y="4215383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45752" y="4407407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29B6F"/>
                </a:solidFill>
              </a:defRPr>
            </a:pPr>
            <a:r>
              <a:t>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965192"/>
            <a:ext cx="822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5157216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303944"/>
                </a:solidFill>
              </a:defRPr>
            </a:pPr>
            <a:r>
              <a:t>TC05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965192"/>
            <a:ext cx="2377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581912" y="5157216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Exit Status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39" y="4965192"/>
            <a:ext cx="5212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50791" y="5157216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03944"/>
                </a:solidFill>
              </a:defRPr>
            </a:pPr>
            <a:r>
              <a:t>Termination status is retrieved and displayed.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496519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45752" y="515721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529B6F"/>
                </a:solidFill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Detailed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636776"/>
            <a:ext cx="502920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173736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6002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USER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03944"/>
                </a:solidFill>
              </a:defRPr>
            </a:pPr>
            <a:r>
              <a:t>User selects the program to execute.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1636776"/>
            <a:ext cx="502920" cy="43891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73736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6002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CREATE CHILD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3055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03944"/>
                </a:solidFill>
              </a:defRPr>
            </a:pPr>
            <a:r>
              <a:t>Parent calls fork(); OS creates parent and child.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80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191256"/>
            <a:ext cx="502920" cy="438912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" y="329184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315468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IDENTIFY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8503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03944"/>
                </a:solidFill>
              </a:defRPr>
            </a:pPr>
            <a:r>
              <a:t>fork() return value distinguishes child, parent and failure.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97180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3191256"/>
            <a:ext cx="502920" cy="43891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6" y="329184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15468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8503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03944"/>
                </a:solidFill>
              </a:defRPr>
            </a:pPr>
            <a:r>
              <a:t>Child uses exec() to replace its current program.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52628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7240" y="4745736"/>
            <a:ext cx="502920" cy="438912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484632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70916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WAIT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395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03944"/>
                </a:solidFill>
              </a:defRPr>
            </a:pPr>
            <a:r>
              <a:t>Parent uses wait() and remains synchronized.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526280"/>
            <a:ext cx="52120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55080" y="4745736"/>
            <a:ext cx="502920" cy="43891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91656" y="484632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470916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3755"/>
                </a:solidFill>
              </a:defRPr>
            </a:pPr>
            <a: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2395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303944"/>
                </a:solidFill>
              </a:defRPr>
            </a:pPr>
            <a:r>
              <a:t>WIFEXITED() and WEXITSTATUS() provide termination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Process Control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91640"/>
            <a:ext cx="1451283" cy="80467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1091" y="1691640"/>
            <a:ext cx="1451283" cy="80467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6811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FORGESHELL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0390" y="1691640"/>
            <a:ext cx="1451283" cy="804672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6110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fork()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9690" y="1691640"/>
            <a:ext cx="1451283" cy="80467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5410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Parent / Child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38989" y="1691640"/>
            <a:ext cx="1451283" cy="804672"/>
          </a:xfrm>
          <a:prstGeom prst="roundRect">
            <a:avLst/>
          </a:prstGeom>
          <a:solidFill>
            <a:srgbClr val="52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84709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18289" y="1691640"/>
            <a:ext cx="1451283" cy="80467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4009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97588" y="1691640"/>
            <a:ext cx="1451283" cy="80467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3308" y="1956816"/>
            <a:ext cx="1359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Terminate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200400"/>
            <a:ext cx="2635758" cy="804672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46557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wait()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5566" y="3200400"/>
            <a:ext cx="2635758" cy="804672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31286" y="346557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Retrieve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9340" y="3200400"/>
            <a:ext cx="2635758" cy="804672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5059" y="346557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Display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3113" y="3200400"/>
            <a:ext cx="2635758" cy="804672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58834" y="3465576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617720"/>
            <a:ext cx="103327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617720"/>
            <a:ext cx="91440" cy="1078992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61288" y="47823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KEY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5221224"/>
            <a:ext cx="987552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fork() creates the relationship; exec() runs the selected program; wait() synchronizes the parent with the child.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Individual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3429000" cy="118872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ILI HARSHIKA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727E"/>
                </a:solidFill>
              </a:defRPr>
            </a:pPr>
            <a:r>
              <a:t>2520030607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03944"/>
                </a:solidFill>
              </a:defRPr>
            </a:pPr>
            <a:r>
              <a:t>Process creation using fork().</a:t>
            </a:r>
            <a:br/>
            <a:r>
              <a:t>Parent–child process relationship.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508760"/>
            <a:ext cx="342900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508760"/>
            <a:ext cx="3429000" cy="118872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8288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GURRAPU NIKSHITHA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774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727E"/>
                </a:solidFill>
              </a:defRPr>
            </a:pPr>
            <a:r>
              <a:t>2520030512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0175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03944"/>
                </a:solidFill>
              </a:defRPr>
            </a:pPr>
            <a:r>
              <a:t>Program execution using exec().</a:t>
            </a:r>
            <a:br/>
            <a:r>
              <a:t>Process synchronization using wait().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508760"/>
            <a:ext cx="342900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508760"/>
            <a:ext cx="3429000" cy="118872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8288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ANGELA JOSE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3774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727E"/>
                </a:solidFill>
              </a:defRPr>
            </a:pPr>
            <a:r>
              <a:t>2520030365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0175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03944"/>
                </a:solidFill>
              </a:defRPr>
            </a:pPr>
            <a:r>
              <a:t>Process termination and exit-status handling.</a:t>
            </a:r>
            <a:br/>
            <a:r>
              <a:t>Testing of the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918C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233755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960120" cy="54864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727E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9727E"/>
                </a:solidFill>
              </a:defRPr>
            </a:pPr>
            <a:r>
              <a:t>FORGESHELL  •  OPERATING SYSTEMS &amp; SYSTEMS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789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91440" cy="1325880"/>
          </a:xfrm>
          <a:prstGeom prst="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WHAT THE PROJECT ACHIEVES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103327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ForgeShell demonstrates the complete Linux process lifecycle: creation → execution → synchronization → termination → status retrieval.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91440" cy="1965960"/>
          </a:xfrm>
          <a:prstGeom prst="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22783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CONCEPTS CONNECTED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66744"/>
            <a:ext cx="47548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• fork()</a:t>
            </a:r>
            <a:br/>
            <a:r>
              <a:t>• exec()</a:t>
            </a:r>
            <a:br/>
            <a:r>
              <a:t>• wait()</a:t>
            </a:r>
            <a:br/>
            <a:r>
              <a:t>• PID / PPID</a:t>
            </a:r>
            <a:br/>
            <a:r>
              <a:t>• Exit-status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6324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063240"/>
            <a:ext cx="91440" cy="1965960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22783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3755"/>
                </a:solidFill>
              </a:defRPr>
            </a:pPr>
            <a:r>
              <a:t>PRACTICAL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66744"/>
            <a:ext cx="47548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944"/>
                </a:solidFill>
              </a:defRPr>
            </a:pPr>
            <a:r>
              <a:t>The implementation connects Operating System theory with practical system-level programming using C and POSIX calls.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40080"/>
            <a:ext cx="1005840" cy="73152"/>
          </a:xfrm>
          <a:prstGeom prst="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DAE5F0"/>
                </a:solidFill>
              </a:defRPr>
            </a:pPr>
            <a:r>
              <a:t>ForgeShell  |  Linux Process Creation, Execution and Termination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4160520"/>
            <a:ext cx="2635758" cy="777240"/>
          </a:xfrm>
          <a:prstGeom prst="roundRect">
            <a:avLst/>
          </a:prstGeom>
          <a:solidFill>
            <a:srgbClr val="3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441198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fork()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5566" y="4160520"/>
            <a:ext cx="2635758" cy="777240"/>
          </a:xfrm>
          <a:prstGeom prst="roundRect">
            <a:avLst/>
          </a:prstGeom>
          <a:solidFill>
            <a:srgbClr val="4C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1286" y="441198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9340" y="4160520"/>
            <a:ext cx="2635758" cy="777240"/>
          </a:xfrm>
          <a:prstGeom prst="roundRect">
            <a:avLst/>
          </a:prstGeom>
          <a:solidFill>
            <a:srgbClr val="7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5059" y="441198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wait()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3113" y="4160520"/>
            <a:ext cx="2635758" cy="777240"/>
          </a:xfrm>
          <a:prstGeom prst="roundRect">
            <a:avLst/>
          </a:prstGeom>
          <a:solidFill>
            <a:srgbClr val="EB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8834" y="4411980"/>
            <a:ext cx="25443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ECFE0"/>
                </a:solidFill>
              </a:defRPr>
            </a:pPr>
            <a:r>
              <a:t>Operating Systems and Systems Programming  •  25CS2104E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968</Words>
  <Application>Microsoft Office PowerPoint</Application>
  <PresentationFormat>Widescreen</PresentationFormat>
  <Paragraphs>242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Angela Jose</dc:creator>
  <cp:keywords/>
  <dc:description>generated using python-pptx</dc:description>
  <cp:lastModifiedBy>pvjoseangela@gmail.com</cp:lastModifiedBy>
  <cp:revision>2</cp:revision>
  <dcterms:created xsi:type="dcterms:W3CDTF">2013-01-27T09:14:16Z</dcterms:created>
  <dcterms:modified xsi:type="dcterms:W3CDTF">2026-09-26T04:41:36Z</dcterms:modified>
  <cp:category/>
</cp:coreProperties>
</file>